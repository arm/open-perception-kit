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95"/>
    <p:restoredTop sz="94694"/>
  </p:normalViewPr>
  <p:slideViewPr>
    <p:cSldViewPr snapToGrid="0">
      <p:cViewPr varScale="1">
        <p:scale>
          <a:sx n="107" d="100"/>
          <a:sy n="107" d="100"/>
        </p:scale>
        <p:origin x="1336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36E31-E840-BA5F-7D11-A0CDDBC076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FDA4B1-A738-409C-3D98-89B1F20955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9E6684-4EF0-8BFA-ED01-D950F9EA4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6D2785-3117-02BA-0DF0-E46C40757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67A7F-C282-7815-B514-B7B5C4A7B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9186126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13B3B-462A-0F8B-052B-0912D35B9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2C539-FE90-5CE5-1FEB-553CD6B2C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C61A2-02D9-1700-ECD5-54AE728D1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0B6F-0706-93C6-963B-E867C0B8F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78632-50E5-9080-6097-56CF678BD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841855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17C2C-761C-66E4-57F1-11F705ACC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5B2EE-7960-0DE8-00EE-E0BFA1DC0D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0B4BCF-E606-D9F5-674D-FF91476D7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C0A778-944E-9502-12BC-23587A609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E59EA7-1D17-4795-EFEE-B907916F6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011217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56F95-3B74-EF52-5143-67BD32C05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61EB9-7469-5F08-8B99-8BD63BB971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C026E6-6545-B65E-7E11-55EAE192CE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A93C12-DB01-AD89-AEA1-B3EBD30B4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2026. 02. 13.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1D2217-BB81-6520-3E83-B5577D6AA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980E24-E17A-EB63-1F9F-EA3903F28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11101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96B93-746D-546A-F694-EDB749854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4B074-5B03-4E14-2131-7789379F8B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212DBE-D00C-4CFE-670C-7C21EAD70C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915750-28B5-B4BB-719B-6B132C6EBD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63DDDC-3E19-855A-2EDC-E181708564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C04BB7-FA83-A262-2C45-76528001B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2026. 02. 13.</a:t>
            </a:fld>
            <a:endParaRPr lang="en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3B531A-1F39-9F6D-160F-BC41A059E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F7EB51-3627-8221-81E2-19F0C8973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58903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C2075-A0AF-2099-C103-A25F2944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928F3A-BD48-84D8-A28A-DDA226CB8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2026. 02. 13.</a:t>
            </a:fld>
            <a:endParaRPr lang="en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57A13A-670A-0CBA-84F8-72D77EE4F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ED6B30-20DD-2DF4-BE0F-D2BFEFADA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17236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687A9-C167-5DE4-B417-3A53FD779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2026. 02. 13.</a:t>
            </a:fld>
            <a:endParaRPr lang="en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16C47-0166-0AC7-6E6D-139294F22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3AC819-40C1-F6DB-99B7-8F0FA16EE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133854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B2C80-8364-93E8-A796-42DA70C14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F16B1-163E-FDEF-E67A-F8E45427DF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92FDA6-895D-BA89-06C4-05A6728A3E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A29988-AA9A-3387-1CF0-78034E39D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2026. 02. 13.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93EB6-95BD-E3BF-2827-E1DC43783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5743B0-E26F-81B1-DDBA-FCF5E446C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141393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0082-0D50-DFB1-5484-F341C36AC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E09EC7-4CF3-9E1B-A4F0-2F88851875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2BAC3-29BA-461C-B204-2E5E5CBF6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8F2497-EA50-372E-5494-04CB7069F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2026. 02. 13.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9E34AE-D6C3-9835-F9A6-8E6FC8172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5BB6F4-AC83-8FC6-3A93-ACB0021B9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1427732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D1BB-F1EB-8ADA-3D13-6CFBAFEB6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C2981C-A002-0063-1D57-917E19C836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555037-3521-E3DB-AE6A-B93B9168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3EEF5-3B96-8FF0-35C0-A70647837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A2319-6F7D-B6FB-D591-25AB6E7E0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287813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77E4AA-6037-B213-E206-65C72F7967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04F9E6-1D32-DE2D-026D-48D4E02C5A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4595F5-A75C-D9AF-A8E8-AE4A4D9D3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6615D-1DE5-16A5-0A94-1CD80E0E2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791DE-C4D7-7215-D0C1-960B92D69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075002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6983C3-69A9-FD48-CB59-627D0B9B3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388998-6FD2-593C-BC3C-4A0CBB28A1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019AA-A2E7-1E3F-00E0-3BCBDF49AB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E7E5E1-E5DF-7D40-93FA-DDC6ACB412E5}" type="datetimeFigureOut">
              <a:rPr lang="en-HU" smtClean="0"/>
              <a:t>2026. 02. 13.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639FB-6DC4-45D8-5AEE-DCD79287F7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1D745-E12B-24F9-CFD7-59587FF77B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474898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0A7AEF8-DFD9-E579-5C68-7DDEF189F942}"/>
              </a:ext>
            </a:extLst>
          </p:cNvPr>
          <p:cNvSpPr/>
          <p:nvPr/>
        </p:nvSpPr>
        <p:spPr>
          <a:xfrm>
            <a:off x="3265714" y="579510"/>
            <a:ext cx="5569528" cy="51918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039BCD-A66D-8827-9B6E-DD172F2C1C4E}"/>
              </a:ext>
            </a:extLst>
          </p:cNvPr>
          <p:cNvSpPr/>
          <p:nvPr/>
        </p:nvSpPr>
        <p:spPr>
          <a:xfrm>
            <a:off x="3426031" y="2401146"/>
            <a:ext cx="4037762" cy="90205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HU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mp-std-ops/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GenericImagePreprocess</a:t>
            </a:r>
            <a:endParaRPr lang="en-HU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5F7EEF-C9DA-1682-313A-200880E5314A}"/>
              </a:ext>
            </a:extLst>
          </p:cNvPr>
          <p:cNvSpPr/>
          <p:nvPr/>
        </p:nvSpPr>
        <p:spPr>
          <a:xfrm>
            <a:off x="3434883" y="3578547"/>
            <a:ext cx="4037762" cy="90205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amp-onnx-ops/Inference</a:t>
            </a:r>
            <a:endParaRPr lang="en-HU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DE65CC-A23D-37E1-4054-BCA66196F682}"/>
              </a:ext>
            </a:extLst>
          </p:cNvPr>
          <p:cNvSpPr/>
          <p:nvPr/>
        </p:nvSpPr>
        <p:spPr>
          <a:xfrm>
            <a:off x="3434883" y="4732198"/>
            <a:ext cx="4037762" cy="90205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amp-std-ops/GenericPostprocess</a:t>
            </a:r>
            <a:endParaRPr lang="en-HU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29A495-4D02-3685-35C7-7E9798F75D27}"/>
              </a:ext>
            </a:extLst>
          </p:cNvPr>
          <p:cNvSpPr/>
          <p:nvPr/>
        </p:nvSpPr>
        <p:spPr>
          <a:xfrm>
            <a:off x="3431969" y="1223745"/>
            <a:ext cx="4037762" cy="90205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HU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mp-std-ops/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InferenceController</a:t>
            </a:r>
            <a:endParaRPr lang="en-HU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285CAE-EB7B-88A4-9940-D1E4D0B62CA4}"/>
              </a:ext>
            </a:extLst>
          </p:cNvPr>
          <p:cNvSpPr txBox="1"/>
          <p:nvPr/>
        </p:nvSpPr>
        <p:spPr>
          <a:xfrm>
            <a:off x="3517505" y="627010"/>
            <a:ext cx="515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2"/>
                </a:solidFill>
              </a:rPr>
              <a:t>Example opchain a</a:t>
            </a:r>
            <a:r>
              <a:rPr lang="en-HU" sz="2400" b="1" dirty="0">
                <a:solidFill>
                  <a:schemeClr val="bg2"/>
                </a:solidFill>
              </a:rPr>
              <a:t>mpinfer element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A16F23-67FE-D293-C2CF-9BAEA18E7961}"/>
              </a:ext>
            </a:extLst>
          </p:cNvPr>
          <p:cNvSpPr/>
          <p:nvPr/>
        </p:nvSpPr>
        <p:spPr>
          <a:xfrm rot="16200000">
            <a:off x="6083724" y="3046966"/>
            <a:ext cx="4410510" cy="7640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Perception</a:t>
            </a:r>
            <a:endParaRPr lang="en-HU" sz="1600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AFABCEB3-8A60-2EE2-23BE-B931E1D5B666}"/>
              </a:ext>
            </a:extLst>
          </p:cNvPr>
          <p:cNvSpPr/>
          <p:nvPr/>
        </p:nvSpPr>
        <p:spPr>
          <a:xfrm>
            <a:off x="5361751" y="2166374"/>
            <a:ext cx="184026" cy="177659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6299CEBA-4225-39F0-9E57-FA9FD54CBDC3}"/>
              </a:ext>
            </a:extLst>
          </p:cNvPr>
          <p:cNvSpPr/>
          <p:nvPr/>
        </p:nvSpPr>
        <p:spPr>
          <a:xfrm rot="16200000">
            <a:off x="7568246" y="1552351"/>
            <a:ext cx="189320" cy="24897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61258C9C-4D4E-C467-F6E1-3CF0451BB733}"/>
              </a:ext>
            </a:extLst>
          </p:cNvPr>
          <p:cNvSpPr/>
          <p:nvPr/>
        </p:nvSpPr>
        <p:spPr>
          <a:xfrm rot="16200000">
            <a:off x="7562308" y="2758478"/>
            <a:ext cx="189320" cy="24897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  <p:sp>
        <p:nvSpPr>
          <p:cNvPr id="19" name="Down Arrow 18">
            <a:extLst>
              <a:ext uri="{FF2B5EF4-FFF2-40B4-BE49-F238E27FC236}">
                <a16:creationId xmlns:a16="http://schemas.microsoft.com/office/drawing/2014/main" id="{B1881D4A-2CEE-2D0C-0BE9-913C1D4A23CD}"/>
              </a:ext>
            </a:extLst>
          </p:cNvPr>
          <p:cNvSpPr/>
          <p:nvPr/>
        </p:nvSpPr>
        <p:spPr>
          <a:xfrm rot="16200000">
            <a:off x="7566966" y="3905085"/>
            <a:ext cx="189320" cy="24897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  <p:sp>
        <p:nvSpPr>
          <p:cNvPr id="20" name="Down Arrow 19">
            <a:extLst>
              <a:ext uri="{FF2B5EF4-FFF2-40B4-BE49-F238E27FC236}">
                <a16:creationId xmlns:a16="http://schemas.microsoft.com/office/drawing/2014/main" id="{C51EA04A-760A-3633-1469-4EB2C0AEF6FD}"/>
              </a:ext>
            </a:extLst>
          </p:cNvPr>
          <p:cNvSpPr/>
          <p:nvPr/>
        </p:nvSpPr>
        <p:spPr>
          <a:xfrm rot="16200000">
            <a:off x="7562308" y="4998161"/>
            <a:ext cx="189320" cy="24897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D3F56759-0752-363B-FBBF-0E2F34347E04}"/>
              </a:ext>
            </a:extLst>
          </p:cNvPr>
          <p:cNvSpPr/>
          <p:nvPr/>
        </p:nvSpPr>
        <p:spPr>
          <a:xfrm>
            <a:off x="5361751" y="3353907"/>
            <a:ext cx="184026" cy="177659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  <p:sp>
        <p:nvSpPr>
          <p:cNvPr id="22" name="Down Arrow 21">
            <a:extLst>
              <a:ext uri="{FF2B5EF4-FFF2-40B4-BE49-F238E27FC236}">
                <a16:creationId xmlns:a16="http://schemas.microsoft.com/office/drawing/2014/main" id="{24445520-ABC8-22E0-0503-339D5CEE5473}"/>
              </a:ext>
            </a:extLst>
          </p:cNvPr>
          <p:cNvSpPr/>
          <p:nvPr/>
        </p:nvSpPr>
        <p:spPr>
          <a:xfrm>
            <a:off x="5340990" y="4513937"/>
            <a:ext cx="184026" cy="177659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177190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20</Words>
  <Application>Microsoft Macintosh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Consolas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Tamas Kulcsar</dc:creator>
  <cp:lastModifiedBy>Tamas Kulcsar</cp:lastModifiedBy>
  <cp:revision>1</cp:revision>
  <dcterms:created xsi:type="dcterms:W3CDTF">2026-02-13T08:17:50Z</dcterms:created>
  <dcterms:modified xsi:type="dcterms:W3CDTF">2026-02-13T10:33:19Z</dcterms:modified>
</cp:coreProperties>
</file>